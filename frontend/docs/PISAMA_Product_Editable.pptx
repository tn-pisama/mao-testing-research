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PISAMA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Agent Forensics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Find out why your AI agent failed. Fix it automatically.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pisama.ai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AI Agents Fail in Unpredictable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Infinite loops - Agents repeat the same actions endlessly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State corruption - Data becomes invalid mid-execution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Persona drift - Agents forget their role and instructions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Coordination deadlocks - Multi-agent systems get stuck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Goal abandonment - Tasks silently fail to complete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Current debugging: Manual log reading for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PISAMA: Automated Agent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Your Agent System (LangGraph | AutoGen | CrewAI | n8n)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         ↓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    PISAMA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26 Detectors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Auto-Healing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         ↓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Detection Alerts  |  Root Cause Analysis  |  Code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What We've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Production-Ready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Detection Engine - 26 failure detectors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Self-Healing - AI-powered fix suggestions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Dashboard - 11 views, real-time monitoring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SDK - Python, 4 framework integrations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CLI - CI/CD ready, MCP server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API - REST, multi-tenant (LIVE)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Demo - 4 interactive scenarios (LIVE)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26 Failure Mode Detectors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BEHAVIORAL PATTERNS: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Loop Detection - Structural, hash, and semantic analysis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State Corruption - Domain validation, velocity anomalies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Persona Drift - Role consistency scoring (5 role types)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Coordination Failures - Circular delegation, ignored messages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SAFETY &amp; SECURITY: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Hallucination Detection - Grounding scores, citation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Prompt Injection - 25+ attack patterns, 13 jailbreak signatures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Detection Engine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Resource, Performance &amp;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RESOURCE &amp; PERFORMANCE: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Context Overflow - Token warnings at 70%, 85%, 95%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Cost Analysis - 25+ LLM models with 2025 pricing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Latency Tracking - Per-span millisecond precision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TASK &amp; WORKFLOW: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Task Derailment - Off-topic deviation detection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Specification Mismatch - Output vs requirements comparison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Goal Abandonment - Incomplete task chain detection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Quality Gate Bypass - Validation rule evasion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Detection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MAST 14-Mode Testing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System Design (F1-F5): Spec, decomposition, loops, tools, workflow → 92%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Inter-Agent (F6-F10): Derailment, context, withholding, coordination → 89%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Verification (F11-F14): Corruption, persona, quality gates, completion → 94%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DETECTION METHODS: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Structural pattern matching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Semantic similarity (pgvector embeddings)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LLM-as-Judge with tier escalation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Self-Healing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AI-Powered Fix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EXAMPLE DETECTION: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Infinite loop between Agent1 and Agent2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Confidence: 94%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SUGGESTED FIX: Add circuit breaker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- Tracks consecutive failures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- Opens circuit after max_failures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- Auto-resets after timeout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- Prevents cascade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Fix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Automated Remediation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Retry Limit - Add configurable retry counters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Exponential Backoff - Progressive wait times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Circuit Breaker - Stop after N failures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State Validation - Add validation wrappers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Schema Enforcement - Enforce data contracts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Prompt Reinforcement - 3 levels: light, moderate, aggressive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Role Boundary - Enforce agent responsibilities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Timeout Addition - Prevent infinite waits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Checkpoint Recovery - Resume from last good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11 Interactive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Dashboard - High-level metrics, recent detections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Agent Orchestration - Network graph of agent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Agent Details - Deep-dive into individual agents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Traces - Execution history with filtering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Detections - All failures by type/severity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Agent Forensics - Paste-and-analyze debugging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Testing - 14-mode accuracy metrics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Chaos Engineering - Failure injection testing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Replay - What-if scenario analysis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Regression - Baseline comparison testing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Demo - Interactive failure 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Agent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Root Cause Analysis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BEFORE PISAMA: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"The agent failed after 2 hours. I spent 4 hours reading logs."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WITH PISAMA: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Paste your trace (LangSmith, OpenTelemetry, or raw JSON)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2. Click "Diagnose"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3. See: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• Primary failure with confidence score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• Root cause chain with evidence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• Affected spans highlighted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• Suggested fix with code diff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4 Failure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Healthy Workflow - Normal execution, all agents complete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Infinite Loop - Agents 1-2-3 repeat, detected at 94% confidence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State Corruption - Data degrades mid-execution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Coordination Deadlock - Agents waiting on each other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LIVE AT pisama.ai/demo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Start/pause simulation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Watch real-time detection alerts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See agent activity feed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Python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3-Line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from mao_testing import MAOTracer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tracer = MAOTracer(api_key="your-key")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with tracer.session("my-workflow") as session: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result = run_my_agents()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session.snapshot("final_output", result)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FEATURES: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OpenTelemetry-based tracing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Automatic batch export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Conditional sampling rules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State snapshots at decision 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Framework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Works With Your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LangGraph - Full - decorator-based node tracing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AutoGen - Full - agent + conversation tracing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CrewAI - Full - crew, task, and agent tracing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n8n - Full - async polling + webhooks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LangChain - Planned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OpenAI Assistants - Planned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AWS Bedrock Agents - Planned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CLI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Production-Ready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Analyze a specific trace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mao debug trace-abc123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Get fix suggestions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mao fix detection-xyz789 --apply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Watch for new detections in real-time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mao watch --severity high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CI/CD integration with exit codes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mao ci --threshold 0.95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FEATURES: Secure credentials, JSON output, CI/CD exit codes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Claude Code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CONFIG (~/.claude/mcp.json):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"mcpServers": {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"pisama": { "command": "mao", "args": ["mcp", "serve"] }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AVAILABLE TOOLS: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mao_analyze_trace - Analyze specific traces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mao_get_detections - Query detections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mao_get_fix_suggestions - Get code fixes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mao_get_trace - Full trace details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Rate limited, read-only, audit logged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RESTful Multi-Tenant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CORE ENDPOINTS: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POST /traces/ingest - Accept OTEL traces (async)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GET  /detections - List with filtering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POST /diagnose/why-failed - Root cause analysis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POST /diagnose/quick-check - Fast assessment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GET  /detections/{id}/fixes - Fix suggestions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POST /chaos/sessions - Chaos testing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ENTERPRISE: Clerk auth, per-tenant rate limiting, API keys, webhooks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Production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FRONTEND: Next.js 16 | React 18 | TailwindCSS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BACKEND: FastAPI | SQLAlchemy | PostgreSQL | pgvector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COMPONENTS: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Detection Engine (26 algorithms)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Ingestion Pipeline (4 formats)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Self-Healing Engine (9 fix types)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Trace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Multi-Format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LangSmith - JSONL/JSON, run types, session mapping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OpenTelemetry - OTEL + OTLP, hierarchical spans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n8n - Workflow logs, node execution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Raw JSON - Custom field mapping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Universal - Framework-agnostic abstraction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PIPELINE FEATURES: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Async buffer, backpressure, token counting, PII sanitization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PISAMA vs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PISAMA  LangSmith  Arize  Braintrust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Multi-agent focus      YES      Limited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Self-healing fixes     YES      No     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Loop detection         YES      No     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Coordination analysis  YES      No     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n8n integration        YES      No     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MCP server             YES      No         No       No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OUR MOAT: Purpose-built for multi-agent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Q1 2025: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LangChain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OpenAI Assistants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Enhanced hallucination detection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Q2 2025: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AWS Bedrock Agents integration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Dify / Flowise integrations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Auto-fix application (with approval)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Q3 2025: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Trace replay &amp; simulation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Chaos engineering automation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Team collaboration features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Simple, Usage-Based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Free ($0) - 1K traces/mo, basic detections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Pro ($29/mo) - 50K traces, all detectors, fixes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Team ($99/mo) - 500K traces, team dashboard, API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Enterprise (Custom) - Unlimited, SLA, dedicated support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ALL TIERS INCLUDE: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All 26 detection algorithms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Dashboard access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SDK and CLI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5 Minutes to First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1. Install SDK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pip install mao-testing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2. Configure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mao config init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3. Add to your agent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from mao_testing import MAOTracer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tracer = MAOTracer()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with tracer.session("my-workflow") as 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result = my_agent.run()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# 4. View results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open https://pisama.ai/dashboard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See PISAMA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pisama.ai/demo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Select a failure scenario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Watch agents execute in real-time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See detection alerts fire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Explore fix suggestions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OR TRY WITH YOUR OWN TRACES: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Go to pisama.ai/diagnose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2. Paste your LangSmith/OTEL trace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3. Get instant root cause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Website: pisama.ai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Demo: pisama.ai/demo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Docs: pisama.ai/docs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Ready to stop debugging agent failures manually?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Start your free trial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