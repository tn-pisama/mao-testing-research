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PISAMA x Claude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Agent Forensics Powered by Anthropic's Extensibility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pisama.ai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Three Strategic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BUILD - Use Claude Skills to accelerate PISAMA development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2. DISTRIBUTE - Ship PISAMA capabilities as Claude Skills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3. COLLECT - Access user skill execution traces for analysis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One platform, three integration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What Are Claude Skills?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Claude's Native Extensibility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Markdown instruction files that extend Claude Code capabilities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Executed within Claude's environment with full tool access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Users can install, share, and customize skills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MCP (Model Context Protocol) servers provide integrations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KEY INSIGHT: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Skills run inside Claude = perfect observation point for agent behavior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Goal 1: BUILD with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Internal Development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pisama-architect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Design detection algorithms, suggest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detection-designer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Create new failure detectors from examples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sdk-generator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Auto-generate SDK code for new platforms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test-synthesizer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Generate test cases from failure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BENEFIT: 3-5x faster feature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Goal 2: DISTRIBUTE as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PISAMA Capabilities as Installable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/install pisama-diagnose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PRODUCT SKILLS PORTFOLIO: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pisama-learn - Interactive tutorials on agent failure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pisama-diagnose - Analyze current project for potential issues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pisama-fix - Apply recommended fixes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pisama-review - Pre-commit review for agent anti-patterns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pisama-monitor - Set up observability in existing projects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Distribution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Why Skills as Distribution Channel?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TRADITIONAL SAAS          SKILLS DISTRIBUTION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User visits website       User types /install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Sign up flow              Already authenticated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Learn new UI              Uses familiar Claude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Integration work          Works in environment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Monthly subscription      Usage-based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RESULT: Zero-friction adoption in developer workflow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Goal 3: COLLECT Traces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The Core Innovation: MCP Trace Observer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    Claude Code Session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┌─────────────────────────────────┐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│     User's Skill Execution      │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└─────────────┬───────────────────┘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┌────────▼────────┐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│  PISAMA MCP     │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│  Trace Observer │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└────────┬────────┘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└────────────────┼────────────────────────┘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┌────────▼────────┐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│  PISAMA Cloud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└─────────────────┘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What We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Trace Data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Tool Calls - File reads, writes, bash commands, searches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Decision Points - When Claude chooses between options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Iteration Patterns - Retry loops, error corrections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Context Switches - Topic changes, goal modifications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Timing - Duration of each phase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NOT CAPTURED: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File contents, secrets, personal data (privacy-first design)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Privacy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User Trust is Non-Negotiable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Opt-in Only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Explicit consent before collection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Minimal Data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Hashed identifiers, no raw content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User Ownership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Export, delete, view your data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Transparency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Open-source collection logic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Local-First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Analysis can run on-device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CERTIFICATION: SOC2, GDPR compliant from day one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Detection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What PISAMA Identifies From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Infinite Loops - Repeated tool call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State Corruption - Semantic drift in context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Goal Abandonment - Incomplete task chains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Resource Exhaustion - Token/time budget overruns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Coordination Failures - Multi-agent deadlocks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ACCURACY TARGET: 95%+ precision on known failure modes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User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For Claude Code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BEFORE PISAMA: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"Why did my 2-hour Claude session fail to complete the task?"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AFTER PISAMA: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"PISAMA detected a loop at minute 47 where Claude kept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re-reading the same 3 files. Suggested fix: add explicit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progress checkpoints. One-click apply."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TIME SAVED: 30-60 minutes per failed session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Implementation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16-Week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PHASE 1: Foundation (Weeks 1-4)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MCP server, basic trace capture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PHASE 2: Detection (Weeks 5-8)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Loop &amp; corruption detectors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PHASE 3: Skills v1 (Weeks 9-12)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pisama-diagnose, pisama-fix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PHASE 4: Scale (Weeks 13-16)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Cloud platform,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                  User Environment     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┌────────────┐  ┌────────────┐  ┌────────────────┐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│ Claude Code│  │ PISAMA MCP │  │ PISAMA Skills  │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│  Session   │◄─┤  Observer  │  │ (diagnose/fix) │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│  └────────────┘  └─────┬──────┘  └───────┬────────┘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└────────────────────────┼─────────────────┼──────────┘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┌──────────▼─────────────────▼──────────┐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│           PISAMA Cloud               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│  ┌─────────┐ ┌──────────┐ ┌────────┐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│  │ Traces  │ │ Analysis │ │ Fixes  │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│  └─────────┘ └──────────┘ └────────┘  │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└────────────────────────────────────────┘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Free ($0)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Basic diagnostics, community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Pro ($29/mo)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Full analysis, custom detectors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Team ($99/mo)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Team dashboards, shared patterns, API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Enterprise (Custom)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On-prem, SLA, dedicated support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TARGET: $1M ARR in 18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Competitive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Why PISAMA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First Mover - No dedicated Claude Skills forensics tool exists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2. Data Network Effect - More users = better pattern detection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3. Platform Integration - Native to Claude, not bolted 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4. Open Core - Community contributes detection patterns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5. AI-Native - Built by AI developers, for AI developers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KPIs to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                    6-MONTH     12-MONTH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Skills Installs          5,000       50,000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Monthly Active Users     1,000       10,000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Traces Analyzed          100K        2M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Detection Accuracy       90%         95%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Paid Conversion          3%          5%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Market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Claude Code adoption accelerating rapidly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No mature observability for AI coding agents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Anthropic actively promoting MCP ecosystem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Developer pain points are acute and unaddressed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Skills marketplace being built out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WINDOW: 12-18 months before major players enter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Immediate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1. Complete MCP server prototype (Week 1-2)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2. Build trace capture pipeline (Week 2-3)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3. Develop first detection algorithms (Week 3-4)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4. Create pisama-diagnose skill (Week 5-6)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5. Private beta with 50 users (Week 7-8)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6. Public launch on Skills marketplace (Week 12)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4B5FD"/>
                </a:solidFill>
                <a:latin typeface="Arial"/>
              </a:defRPr>
            </a:pPr>
            <a:r>
              <a:t>What We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DEVELOPMENT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2 engineers, 16 weeks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INFRASTRUCTURE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Cloud hosting, trace storage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PARTNERSHIPS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Early access to Anthropic Skills APIs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VALIDATION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    50 beta testers from Claude Code power users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INVESTMENT: Seeking seed round to accelerate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A78BFA"/>
                </a:solidFill>
                <a:latin typeface="Arial"/>
              </a:defRPr>
            </a:pPr>
            <a:r>
              <a:t>PISAMA: Agent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"Find out why your AI agent failed. Fix it automatically."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Build faster with internal skills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Distribute through Claude's native platform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• Collect traces to power intelligent diagnostics</a:t>
            </a: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solidFill>
                  <a:srgbClr val="F1F5F9"/>
                </a:solidFill>
                <a:latin typeface="Arial"/>
              </a:defRPr>
            </a:pPr>
            <a:r>
              <a:t>Website: pisama.ai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