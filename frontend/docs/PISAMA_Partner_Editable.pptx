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PISAMA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What I've Been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A tool that helps AI systems work better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First, What Are AI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You know ChatGPT - you ask it questions and it answers.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AI Agents are the next step: AI that can actually DO things.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Book your flights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Write and send emails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Research and summarize documents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Build websites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Manage your calendar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They're like robot assistants that can take action, not just 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The Big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AI Agents Break. A 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Imagine asking your assistant to book a trip, and they: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Keep checking the same flight over and over (infinite loop)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Forget they're your assistant and start acting weird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Get stuck waiting for approval that never comes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Book the wrong dates because they misread your request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Nobody knows why these failures happen.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Developers spend HOURS reading logs trying to figure it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A Doctor for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PISAMA watches AI agents work and: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1. DETECTS when something goes wrong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2. EXPLAINS exactly why it failed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3. SUGGESTS how to fix it automatically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Think of it like a health monitoring system for robot assistants.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How It Works (Simply)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Your AI Agent (doing tasks)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    ↓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PISAMA Monitor  ←  Watches everything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    ↓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Problem Found!  ←  "Loop detected!"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    ↓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Here's The Fix  ←  "Add a 3-try limit"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Simple: Watch → Detect → Explain → Fix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What Can It Catch?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26 Different Types of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Infinite Loops - The AI keeps repeating the same action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Memory Problems - The AI forgets important information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Identity Crisis - The AI forgets what role it's supposed to play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Stuck Waiting - Multiple AIs waiting on each other forever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Making Things Up - The AI invents facts that aren't true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Security Issues - Someone trying to trick the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Why Does This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AI Agents Are Becoming Huge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Companies are building AI agents to: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Handle customer support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Process legal documents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Manage supply chains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Write software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Run entire businesses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The problem: When these agents fail, businesses lose money.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The opportunity: Nobody has built good tools to fix this. Until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This Is a Real Business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$50+ billion spent on AI development in 2024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Companies building AI agents have no good debugging tools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Existing tools weren't designed for AI agents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First-mover advantage - we're early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Think about it like the early days of the internet: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everyone was building websites, but there were no good tools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What I Actually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It's Real and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Website Dashboard - See all your AI agents in one place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Detection Engine - Finds 26 types of problems automatically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Fix Suggester - Tells you exactly how to repair issues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Connectors - Works with 4 popular AI frameworks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Command Line Tool - For developers who prefer typing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NOT a prototype - it's production-ready software.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Where You See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Imagine a control room where you can: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See all your AI agents running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Watch for problems in real-time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Get alerts when something breaks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Click to see exactly what went wrong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Get suggested fixes instantly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It's like a mission control for AI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A Quick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You Can Try It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pisama.ai/demo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1. Pick a failure scenario (like "Infinite Loop")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2. Watch the AI agents try to work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3. See PISAMA catch the problem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4. View the explanation and fix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No account needed - just click and watch.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How Long Did This Take?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Months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This involved building: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Complex algorithms to detect subtle failures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A database system to store all the information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A beautiful web interface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Tools that connect to other AI systems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Security and user accounts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Documentation for developers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This is not a weekend project - it's a real product.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The Technical Stuff (Briefly)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You Don't Need to Understand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But just so you know what's under the hood: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Backend: Python + FastAPI (modern, fast)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Database: PostgreSQL (reliable, used by Netflix)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Frontend: Next.js + React (what Facebook uses)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AI Detection: Custom algorithms + embeddings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It's built with professional-grade technology.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Who Else Is Doing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LangSmith - General AI logging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→ Not focused on agent failures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Arize - ML monitoring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→ Not for agent failures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Braintrust - AI testing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    → No self-healing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Nobody is specifically solving the "AI agent failure" problem.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That's our unique position.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How It Makes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Free ($0) - Hobbyists, trying it out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Pro ($29/month) - Individual developers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Team ($99/month) - Small companies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Enterprise (Custom) - Large corporations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Standard software-as-a-service model.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Recurring revenue that grows with usage.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The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Coming Soon: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More AI framework connections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Automatic fix application (one-click repair)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Team collaboration features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Future: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Partnerships with AI companies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Enterprise sales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• Potentially: acquisition target for bigger players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Why I'm Excited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This Solves a Real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Every developer building AI agents today struggles with debugging.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I've felt this pain myself.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Hours lost trying to understand why an AI failed.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PISAMA makes that 10x faster.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When AI agents become as common as websites,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everyone will need this.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Where This Could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Short term: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Tool for developers building AI agents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Medium term: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Standard part of every AI development workflow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Long term: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The essential infrastructure for the AI agent economy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Like how every website needs hosting,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every AI agent will need monitoring.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For Your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Building this has meant late nights and weekends.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Your patience and encouragement made it possible.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This is just the beginning.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A78BFA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4B5FD"/>
                </a:solidFill>
                <a:latin typeface="Arial"/>
              </a:defRPr>
            </a:pPr>
            <a:r>
              <a:t>Happy to Explain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Website: pisama.ai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Live Demo: pisama.ai/demo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Or just ask 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